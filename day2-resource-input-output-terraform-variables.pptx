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2377440" cy="146304"/>
          </a:xfrm>
          <a:prstGeom prst="rect">
            <a:avLst/>
          </a:prstGeom>
          <a:solidFill>
            <a:srgbClr val="6929C4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1051560"/>
            <a:ext cx="2377440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1051560"/>
            <a:ext cx="2377440" cy="146304"/>
          </a:xfrm>
          <a:prstGeom prst="rect">
            <a:avLst/>
          </a:prstGeom>
          <a:solidFill>
            <a:srgbClr val="6929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DEEP DIVE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References, </a:t>
            </a:r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Outputs &amp; Locals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AWS networking build-out: VPC → Subnet → Internet Gateway → Custom Route Table → Route Table Association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28016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Configuration Language (HCL) • AWS Provider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1848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92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6184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resource block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 Terraform config is made of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1848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92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16184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resource references are mapped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type.name.attribute — and the dependency graph it builds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96312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92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2953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Parameterizing configuration with variable {}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496312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60604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92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69480" y="2953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results with output {}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83864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9359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92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5935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63040" y="39410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reusable expressions with locals {}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483864"/>
            <a:ext cx="5349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59359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92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35935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build-out example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69480" y="39410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subnet, IGW, custom route table, and the association that ties them together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resource block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6035040" cy="2377440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55229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</a:t>
            </a:r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var.public_subnet_cidr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B3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0" y="1536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every resource block declares: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12280" y="19659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local name together form a unique address: aws_subnet.public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configure the real-world object the provider creates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argument can be a literal, a variable, a local, or a reference to another resource's attribute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resource references are mapped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6929C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aws_vpc.main.id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212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212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attribute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resolves this address against the resource graph, not the live AWS account — it reads the value from state once the VPC is created.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(.id) is one the provider *exports*, not one you configured — AWS assigns it at creation time (e.g. vpc-0abc123).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this reference tells Terraform nothing about ordering directly — it infers ordering from the reference itself.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5508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1B1B2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DEPENDENCY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reference to another resource's attribute becomes an edge in Terraform's dependency graph — automatically, with no depends_on needed.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32004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23960" y="3703320"/>
            <a:ext cx="9144" cy="45720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206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4206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aws_subnet.public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4892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7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reads vpc.id → Terraform creates the VPC first, subnet second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5532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graph renders this exact structure — it's how plan decides create / update / destroy order and what can run in parallel.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mapping in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4173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13632" y="1618488"/>
            <a:ext cx="4334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7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exports: .id, .arn, .cidr_block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3904488"/>
            <a:ext cx="4882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var.public_subnet_cidr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7033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3904488"/>
            <a:ext cx="4882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"aws_internet_gateway"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"igw"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 flipV="1">
            <a:off x="3200400" y="2880360"/>
            <a:ext cx="1645920" cy="77724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 flipV="1">
            <a:off x="6675120" y="2880360"/>
            <a:ext cx="1097280" cy="77724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subnet and the internet gateway reference aws_vpc.main.id — so Terraform's graph fans out from one parent node to two independent children, which can be created in parallel.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943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5431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"vpc_cidr"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"CIDR block for the VPC"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used elsewhere as: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cidr_block =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0" y="1508760"/>
            <a:ext cx="4892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variable “name” { } — read anywhere with var.name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constrains accepted values (string, number, list, map, object…)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makes it optional; omit it to force the caller to supply a value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come from *.tfvars files, -var flags, or environment variables (TF_VAR_name)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environment-specific values (CIDRs, AZs, sizes) out of hard-coded resource blocks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943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5431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of the created VPC"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A7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terraform apply prints: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vpc_id =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"vpc-0abc123def456"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0" y="1508760"/>
            <a:ext cx="4892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output “name” { } — value is any expression, usually a resource attribute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after terraform apply and readable via terraform output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a root module exposes data to a child module's caller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readers (terraform_remote_state) pull exactly these values — nothing else in the module is visible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sensitive = true to redact secrets from CLI output and logs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EXPRESSIONS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94360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5431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   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"network-deep-dive"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=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B3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merge(local.common_tags, { Name = "public-subnet" })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0" y="1508760"/>
            <a:ext cx="4892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once inside locals { } — read anywhere with local.name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variable, a local isn't set by the caller — it's computed from variables, resources, or other locals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values reused across many resources: naming prefixes, merged tag maps, derived CIDRs</a:t>
            </a:r>
            <a:endParaRPr lang="en-US" sz="1350" dirty="0"/>
          </a:p>
          <a:p>
            <a:pPr marL="342900" indent="-342900">
              <a:lnSpc>
                <a:spcPct val="12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lazily and cached — changing var.environment automatically ripples into every local.common_tags usage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9692640" cy="3703320"/>
          </a:xfrm>
          <a:prstGeom prst="roundRect">
            <a:avLst>
              <a:gd name="adj" fmla="val 2469"/>
            </a:avLst>
          </a:prstGeom>
          <a:solidFill>
            <a:srgbClr val="EFEAFB"/>
          </a:solidFill>
          <a:ln w="25400">
            <a:solidFill>
              <a:srgbClr val="6929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— aws_vpc.main  (10.0.0.0/16)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929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12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9232" y="3493008"/>
            <a:ext cx="914" cy="292608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83280" y="3502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1B1B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95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Route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879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aws_route_table.public_rtb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 → igw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3317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7249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aws_internet_gateway.igw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5120640" y="2834640"/>
            <a:ext cx="1554480" cy="1280160"/>
          </a:xfrm>
          <a:prstGeom prst="line">
            <a:avLst/>
          </a:prstGeom>
          <a:noFill/>
          <a:ln w="25400">
            <a:solidFill>
              <a:srgbClr val="6929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18320" y="2834640"/>
            <a:ext cx="1051560" cy="914"/>
          </a:xfrm>
          <a:prstGeom prst="line">
            <a:avLst/>
          </a:prstGeom>
          <a:noFill/>
          <a:ln w="25400">
            <a:solidFill>
              <a:srgbClr val="1E1B2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378440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2066544" cy="777240"/>
          </a:xfrm>
          <a:prstGeom prst="roundRect">
            <a:avLst>
              <a:gd name="adj" fmla="val 8235"/>
            </a:avLst>
          </a:prstGeom>
          <a:solidFill>
            <a:srgbClr val="1B1B2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5349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VPC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43784" y="5349240"/>
            <a:ext cx="2066544" cy="777240"/>
          </a:xfrm>
          <a:prstGeom prst="roundRect">
            <a:avLst>
              <a:gd name="adj" fmla="val 8235"/>
            </a:avLst>
          </a:prstGeom>
          <a:solidFill>
            <a:srgbClr val="1B1B2F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5349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Subnet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47488" y="5349240"/>
            <a:ext cx="2066544" cy="777240"/>
          </a:xfrm>
          <a:prstGeom prst="roundRect">
            <a:avLst>
              <a:gd name="adj" fmla="val 8235"/>
            </a:avLst>
          </a:prstGeom>
          <a:solidFill>
            <a:srgbClr val="1B1B2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5349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Internet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51192" y="5349240"/>
            <a:ext cx="2066544" cy="777240"/>
          </a:xfrm>
          <a:prstGeom prst="roundRect">
            <a:avLst>
              <a:gd name="adj" fmla="val 8235"/>
            </a:avLst>
          </a:prstGeom>
          <a:solidFill>
            <a:srgbClr val="1B1B2F"/>
          </a:solidFill>
          <a:ln/>
        </p:spPr>
      </p:sp>
      <p:sp>
        <p:nvSpPr>
          <p:cNvPr id="28" name="Text 26"/>
          <p:cNvSpPr/>
          <p:nvPr/>
        </p:nvSpPr>
        <p:spPr>
          <a:xfrm>
            <a:off x="7324344" y="5349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Route +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54896" y="5349240"/>
            <a:ext cx="2066544" cy="777240"/>
          </a:xfrm>
          <a:prstGeom prst="roundRect">
            <a:avLst>
              <a:gd name="adj" fmla="val 8235"/>
            </a:avLst>
          </a:prstGeom>
          <a:solidFill>
            <a:srgbClr val="1B1B2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8048" y="5349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Route Table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VPC, driven by a variable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4882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"vpc_cidr"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3447288"/>
            <a:ext cx="48828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  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enable_dns_support  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3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merge(local.common_tags,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"${var.environment}-main-vpc"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508760"/>
            <a:ext cx="5532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var.vpc_cidr flows straight into cidr_block — no reference to another resource here, so this is a graph root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depends on the VPC yet, but everything downstream will depend on it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first resource Terraform will create; local.common_tags is resolved before apply since it needs no resource attributes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aws_vpc.main.id doesn't exist until AWS returns it — that's the value every later reference is waiting 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Subnet and Internet Gateway attach to the VPC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49743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             = </a:t>
            </a:r>
            <a:pPr indent="0" marL="0">
              <a:lnSpc>
                <a:spcPct val="118000"/>
              </a:lnSpc>
              <a:buNone/>
            </a:pPr>
            <a:r>
              <a:rPr lang="en-US" sz="128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         =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var.public_subnet_cidr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availability_zone       =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var.availability_zone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map_public_ip_on_launch =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502920" y="406908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4270248"/>
            <a:ext cx="49743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"aws_internet_gateway"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"igw"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indent="0" marL="0">
              <a:lnSpc>
                <a:spcPct val="118000"/>
              </a:lnSpc>
              <a:buNone/>
            </a:pPr>
            <a:r>
              <a:rPr lang="en-US" sz="128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  = </a:t>
            </a:r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B3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merge(local.common_tags, { Name = "igw" })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54406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blocks reference aws_vpc.main.id — Terraform waits for the VPC to exist before creating either one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subnet and the IGW have no reference to each other, so they're independent siblings in the graph and can be created in parallel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map_public_ip_on_launch = true means instances launched here get a public IP automatically — it still needs a route to the internet, which comes next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is just an address range until a route table sends its traffic somewhere — that's the next step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route table pointed at the IGW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630936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57972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"aws_route_table"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"public_rtb"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"0.0.0.0/0"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gateway_id = </a:t>
            </a:r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aws_internet_gateway.igw.id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39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merge(local.common_tags,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"public-rtb"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86600" y="1508760"/>
            <a:ext cx="4617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“Custom” simply means you declare it explicitly, instead of relying on the VPC's implicit main route table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block references two other resources: aws_vpc.main.id and aws_internet_gateway.igw.id — both must exist first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{ } sends all non-local traffic (0.0.0.0/0) out through the internet gateway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table alone changes nothing — no subnet is using it yet, which is exactly what the association step fixes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Attaching the subnet to the custom route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630936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57972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"aws_route_table_association"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"public_assoc"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=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aws_subnet.public.id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route_table_id =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aws_route_table.public_rtb.id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0233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023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aws_subnet.public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40233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aws_route_table.public_rtb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4572000"/>
            <a:ext cx="1554480" cy="54864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3931920" y="4572000"/>
            <a:ext cx="1737360" cy="54864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03120" y="516636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B1B2F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5166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aws_route_table_association.public_assoc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1508760"/>
            <a:ext cx="4617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resource has no attributes of its own worth noting — its entire job is to reference two others and bind them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subnet_id and route_table_id must resolve before this resource can be created — it depends on both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this association exists does traffic from the subnet actually follow the 0.0.0.0/0 → igw route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92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 and outputs across the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55680" cy="16459"/>
          </a:xfrm>
          <a:prstGeom prst="rect">
            <a:avLst/>
          </a:prstGeom>
          <a:solidFill>
            <a:srgbClr val="DDD8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09928"/>
            <a:ext cx="4974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"terraform"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3630168"/>
            <a:ext cx="49743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E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"public_subnet_id"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CE1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aws_subnet.public.id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54406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local.common_tags is computed once and referenced by every resource's tags argument — change var.environment and every tag set updates together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 never appear in the dependency graph the way resource references do — Terraform simply substitutes their expression inline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read the final, real attributes back out: vpc_id and public_subnet_id only resolve after those resources are created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pipeline, another Terraform root module, or a human running terraform output can consume these values without ever seeing the resource internals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graph — terraform 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0" y="173736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6929C4"/>
          </a:solidFill>
          <a:ln w="12700">
            <a:solidFill>
              <a:srgbClr val="45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73736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2E2A4E"/>
          </a:solidFill>
          <a:ln w="12700">
            <a:solidFill>
              <a:srgbClr val="454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92608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2E2A4E"/>
          </a:solidFill>
          <a:ln w="12700">
            <a:solidFill>
              <a:srgbClr val="45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9260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aws_internet_gateway.igw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1920240" y="2304288"/>
            <a:ext cx="2468880" cy="621792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2304288"/>
            <a:ext cx="2468880" cy="621792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4114800"/>
            <a:ext cx="2194560" cy="566928"/>
          </a:xfrm>
          <a:prstGeom prst="roundRect">
            <a:avLst>
              <a:gd name="adj" fmla="val 11290"/>
            </a:avLst>
          </a:prstGeom>
          <a:solidFill>
            <a:srgbClr val="6929C4"/>
          </a:solidFill>
          <a:ln w="12700">
            <a:solidFill>
              <a:srgbClr val="454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41148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aws_route_table.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public_rtb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3493008"/>
            <a:ext cx="2468880" cy="621792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5120640" y="3493008"/>
            <a:ext cx="2468880" cy="621792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08960" y="5349240"/>
            <a:ext cx="3291840" cy="777240"/>
          </a:xfrm>
          <a:prstGeom prst="roundRect">
            <a:avLst>
              <a:gd name="adj" fmla="val 8235"/>
            </a:avLst>
          </a:prstGeom>
          <a:solidFill>
            <a:srgbClr val="FF9900"/>
          </a:solidFill>
          <a:ln w="12700">
            <a:solidFill>
              <a:srgbClr val="4540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5349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aws_route_table_association.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public_assoc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0240" y="3493008"/>
            <a:ext cx="2194560" cy="1856232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54880" y="4681728"/>
            <a:ext cx="640080" cy="667512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915400" y="1737360"/>
            <a:ext cx="2788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var.vpc_cidr, var.public_subnet_cidr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initial argument values — they never appear as graph nodes.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39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local.common_tags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substituted inline into every resource's tags argument.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"vpc_id", "public_subnet_id"...
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final attributes back out after apply completes.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= implicit dependencies created purely by attribute references. No depends_on appears anywhere in this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type.name.attribute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06440" y="184708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reference syntax — every reference to it becomes an edge in the dependency graph, automatically.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163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770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{}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06440" y="27432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configuration receives input from the outside: files, flags, or environment variables.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124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666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{}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3639312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module hands finished, resolved values back to whoever called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6085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4535424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Computed, reusable expressions — not graph nodes, just inline substitution.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504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458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→ Subnet → IGW → Route Table → Association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5431536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resources, four implicit dependencies, zero depends_on statements needed.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2026-09-08T04:12:40Z</dcterms:created>
  <dcterms:modified xsi:type="dcterms:W3CDTF">2026-09-08T04:12:40Z</dcterms:modified>
</cp:coreProperties>
</file>